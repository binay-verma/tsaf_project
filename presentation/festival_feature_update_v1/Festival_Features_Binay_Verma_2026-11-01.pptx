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distinct from the preceding diagnostic comparison, which measured errors during festivals without supplying all festival identities. The current experiment supplies family-specific day or window features. No new foundation-model architecture or clean final test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Maharashtra2023official PDF and Karnataka2023English notice support state-specific training dates. The annual-as-issued ledger is not a full amendment or statewide shutdown certification. Rich Ridge and stable LightGBM reuse original ordinary-calendar hyperparameters for every arm. Leaf-minimum2is a fixed sensitivity with its own baseline, not an outcome-selected winning setting. Day flags may have only1–2historical positive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model variants, six arms and72identical anchor cases at leads1/7/14. This slide shows lead1; all leads and individual families/years/states are saved. Lower MASE is better; it is not accuracy percent. Zero and placebo arms are included so a gain from adding channels alone is not assigned to event information. Two years and related states/days limit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paired next-day MASE changes relative to the same model calendar baseline, with equal states within year then equal years. Negative values mean lower error. The two representations are separate: do not select whichever looks best for a clean test. Compare true features with zero/placebo controls in the full tables before attributing value to event information. Cohort state coverage differs by festival.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Separate72date-selected non-event targets, matched by weekday and28–42day seasonal shifts. Every model uses identical cases. Control targets exclude +/-3days of annual/registered holiday anchors; source amendments remain incomplete. Family labels denote the matched event, not an observed holiday on the control date. Compare feature arms within this cohort; do not compare its raw error level with event errors as a causal effect. This is not an exhaustive all-day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Ridge is plotted here on its secondary full-window cohort. The same Delhi Holi2024and Maharashtra Ganesh2025illustrations were used in the prior supplement; they were not newly selected for favorable intervention results. Every point is a rolling next-day forecast. Relative-day channels are a separate regression sensitivity, not a foundation-model experiment. Classical full-window scores must not be compared with foundation anchor-only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positive/negative outcomes, unsuccessful optimiser attempts and earlier results remain preserved. Across the new event/non-event outputs, 8native adjacent-quantile crossings were retained without sorting or clipping. Point-error audit success does not establish calibrated uncertainty or independent human approval. No p-values or universal/causal winner claim is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the data curator, upstream organisation, model developers and close calendar/event-encoding prior work in the original presentation/references. This is not a new architectural method or first-ever holiday encoding. Source reuse response, amendment certification and independent human review remain open. The original31October–11Novemberprospective freeze is unchanged and cannot have a complete score on1November. These files are prepared locally; no new public upload is authorised by this supplement.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5F8FC"/>
                </a:solidFill>
                <a:latin typeface="Arial"/>
              </a:defRPr>
            </a:pPr>
            <a:r>
              <a:t>Do explicit festival features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Binay Verma · College results update · 1 November 2026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An exploratory added-feature experiment, with matched controls.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Daily supplied electricity · Delhi, Karnataka and Maharashtra.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3C4D8"/>
                </a:solidFill>
                <a:latin typeface="Arial"/>
              </a:defRPr>
            </a:pPr>
            <a:r>
              <a:t>Binay Verma | Exploratory added-feature study | 1 Nov 2026        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5F8FC"/>
                </a:solidFill>
                <a:latin typeface="Arial"/>
              </a:defRPr>
            </a:pPr>
            <a:r>
              <a:t>What was checked between the steps?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Named training/context dates cover 2022–2025: 58 anchors.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Karnataka Ganesh 2023: 18 Sep; Maharashtra: 19 Sep.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Same-size zeros and shifted active placebo features.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Original pre-year model settings retained; tree capacity checked separately.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3C4D8"/>
                </a:solidFill>
                <a:latin typeface="Arial"/>
              </a:defRPr>
            </a:pPr>
            <a:r>
              <a:t>Binay Verma | Exploratory added-feature study | 1 Nov 2026        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5F8FC"/>
                </a:solidFill>
                <a:latin typeface="Arial"/>
              </a:defRPr>
            </a:pPr>
            <a:r>
              <a:t>Matched festival-anchor comparison</a:t>
            </a:r>
          </a:p>
        </p:txBody>
      </p:sp>
      <p:pic>
        <p:nvPicPr>
          <p:cNvPr id="3" name="Picture 2" descr="event_lea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3856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3C4D8"/>
                </a:solidFill>
                <a:latin typeface="Arial"/>
              </a:defRPr>
            </a:pPr>
            <a:r>
              <a:t>Binay Verma | Exploratory added-feature study | 1 Nov 2026        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5F8FC"/>
                </a:solidFill>
                <a:latin typeface="Arial"/>
              </a:defRPr>
            </a:pPr>
            <a:r>
              <a:t>Effects differ across festival groups</a:t>
            </a:r>
          </a:p>
        </p:txBody>
      </p:sp>
      <p:pic>
        <p:nvPicPr>
          <p:cNvPr id="3" name="Picture 2" descr="per_festival_day1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3856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3C4D8"/>
                </a:solidFill>
                <a:latin typeface="Arial"/>
              </a:defRPr>
            </a:pPr>
            <a:r>
              <a:t>Binay Verma | Exploratory added-feature study | 1 Nov 2026        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5F8FC"/>
                </a:solidFill>
                <a:latin typeface="Arial"/>
              </a:defRPr>
            </a:pPr>
            <a:r>
              <a:t>Check costs away from festivals</a:t>
            </a:r>
          </a:p>
        </p:txBody>
      </p:sp>
      <p:pic>
        <p:nvPicPr>
          <p:cNvPr id="3" name="Picture 2" descr="non_event_lea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3856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3C4D8"/>
                </a:solidFill>
                <a:latin typeface="Arial"/>
              </a:defRPr>
            </a:pPr>
            <a:r>
              <a:t>Binay Verma | Exploratory added-feature study | 1 Nov 2026        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5F8FC"/>
                </a:solidFill>
                <a:latin typeface="Arial"/>
              </a:defRPr>
            </a:pPr>
            <a:r>
              <a:t>Inspect timing in the wider windows</a:t>
            </a:r>
          </a:p>
        </p:txBody>
      </p:sp>
      <p:pic>
        <p:nvPicPr>
          <p:cNvPr id="3" name="Picture 2" descr="ridge_window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3856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3C4D8"/>
                </a:solidFill>
                <a:latin typeface="Arial"/>
              </a:defRPr>
            </a:pPr>
            <a:r>
              <a:t>Binay Verma | Exploratory added-feature study | 1 Nov 2026        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5F8FC"/>
                </a:solidFill>
                <a:latin typeface="Arial"/>
              </a:defRPr>
            </a:pPr>
            <a:r>
              <a:t>What these results can establish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Whether these fixed festival encodings change matched forecast errors.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Whether changes exceed the zero and active placebo controls.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Whether ordinary-day errors also change under the same settings.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Model, representation, sparse-history and year limits remain.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3C4D8"/>
                </a:solidFill>
                <a:latin typeface="Arial"/>
              </a:defRPr>
            </a:pPr>
            <a:r>
              <a:t>Binay Verma | Exploratory added-feature study | 1 Nov 2026        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5F8FC"/>
                </a:solidFill>
                <a:latin typeface="Arial"/>
              </a:defRPr>
            </a:pPr>
            <a:r>
              <a:t>Sources and next scientific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Data: Robbie Andrew / GRID-INDIA / POSOCO; source clarification pending.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Calendar evidence: annual state notices, with documented scope limits.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Models: pinned Chronos, TimesFM and local classical/ML baselines.</a:t>
            </a:r>
          </a:p>
          <a:p>
            <a:pPr>
              <a:spcAft>
                <a:spcPts val="1200"/>
              </a:spcAft>
              <a:defRPr sz="2500" b="0">
                <a:solidFill>
                  <a:srgbClr val="F5F8FC"/>
                </a:solidFill>
                <a:latin typeface="Arial"/>
              </a:defRPr>
            </a:pPr>
            <a:r>
              <a:t>Later: source/human review and unchanged prospective outcome scoring.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B3C4D8"/>
                </a:solidFill>
                <a:latin typeface="Arial"/>
              </a:defRPr>
            </a:pPr>
            <a:r>
              <a:t>Binay Verma | Exploratory added-feature study | 1 Nov 2026        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Explicit festival features and matched controls</dc:title>
  <dc:subject/>
  <dc:creator>Binay Verma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